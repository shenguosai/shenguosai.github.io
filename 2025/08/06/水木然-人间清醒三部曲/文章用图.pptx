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95621F-BB91-47F9-813A-C54EDE4F7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0F9E7AA-2DAE-4931-B27F-DB5F57580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8D473B-3E48-4E29-8BAE-11A30A91A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2746-E273-448D-8084-2683BA77C81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599041-1F61-4B18-9A29-365E47CCB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1EE21B-6FEA-4C80-B465-A854D2E2D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801E-1FAC-460C-90AB-757F6C5CC0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19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FCB9FB-3CDB-4946-B0ED-B36E2963B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CF48A4-A5C6-4726-9211-C52365F4B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8F3305-B130-456C-8280-53ADD5E85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2746-E273-448D-8084-2683BA77C81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37D8F9-AD96-411E-BE4E-00B183C77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42BE34-B5D8-42F0-ACB4-C9F0C78F3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801E-1FAC-460C-90AB-757F6C5CC0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198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BCF9B9-1A62-4FFC-A6BD-882CDCC6E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1B30B4-0F06-42C3-8CD0-F77562F71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35AA00-5D9B-47EF-A4F8-04EAA8D75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2746-E273-448D-8084-2683BA77C81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6EE848-DFFA-4E89-9329-D49FDC26F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8730B3-1B1B-42E8-A59A-2B4B6E99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801E-1FAC-460C-90AB-757F6C5CC0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567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9FA079-509E-4323-92B6-4F578AA64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3F6F8A-A7A6-4C98-A8F8-5E68119205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65BC10-146E-4F07-81E6-1C23C8D98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036853-E22C-459E-A891-B8EF4DC1E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2746-E273-448D-8084-2683BA77C81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FF9CB3-1BDF-43DE-88A2-4C740D65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A11B32-F4F4-4DA9-9F7E-7FA4C7D20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801E-1FAC-460C-90AB-757F6C5CC0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86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C4148-9C85-4401-BEFB-BC537F6F0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E02F7B-5A14-434F-A2E8-937D93DE7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DE88D5-D488-46E8-86CD-AD01DF0AC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8B98EA-5E1E-4642-834C-EC5B9E4A1A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40D98E9-9769-4A4F-B2E4-E98D8F89F0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8301550-C3E9-482B-B287-20747CAB3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2746-E273-448D-8084-2683BA77C81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3809BE8-BA38-451C-B756-3EA3A6E25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D876E01-FF45-4945-BB34-A71F9A0C1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801E-1FAC-460C-90AB-757F6C5CC0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301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5C656B-9BBB-4302-87FB-1B0D51459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3444547-8F9F-4880-870C-62552C63C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2746-E273-448D-8084-2683BA77C81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6A73FA1-7730-4E3A-8030-72DEDC674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8ECF04-8D3B-4B47-91A9-7BE88FE9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801E-1FAC-460C-90AB-757F6C5CC0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39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626BA25-0A8A-496B-89E3-EADF018D3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2746-E273-448D-8084-2683BA77C81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4487785-9B08-419A-90BB-7DCCF485B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AC4686-F825-47A6-A6F6-52A152CE4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801E-1FAC-460C-90AB-757F6C5CC0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808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AF0AC9-2808-4082-9A33-61483AC3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75E106-56FD-41C6-B796-7B37F476C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93010A-9A11-4FC8-8A91-AAC60A5B8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6935FF-C21D-409E-AFC0-8B7E9B84F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2746-E273-448D-8084-2683BA77C81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2AB311-C328-40FF-82A9-BB1B0D701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2A16F7-E27C-424E-83FC-6D9C150C3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801E-1FAC-460C-90AB-757F6C5CC0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3068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DFF479-E299-4023-B47E-98A152264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B11D47C-8996-4223-89D7-ADE5750694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26E137-D3CD-41AF-B117-10F5A7F390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AFBFBB-9C02-48EF-B9DA-867FD1D7E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2746-E273-448D-8084-2683BA77C81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A270CD-8E85-434E-9511-0D503DF0D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A4DECC-94C3-484D-8558-4305FC246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801E-1FAC-460C-90AB-757F6C5CC0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84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F39798-8047-4172-93AD-E3DEC6E80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D91FE6C-6EB7-46BE-9470-55AC0D5AF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C68F6F-0474-42D7-977E-7B7955E5F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2746-E273-448D-8084-2683BA77C81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B5AA46-5DE5-4021-BF5A-83203C1C3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AA798A-BA08-487E-BA1E-27A29E759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801E-1FAC-460C-90AB-757F6C5CC0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568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E123FBC-3927-498C-8DB8-A6FB45FE3D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96C1E3-272C-40FB-892C-89FF914CD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D5D4A8-2A19-49DE-8DE6-295C75243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92746-E273-448D-8084-2683BA77C81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601198-D9E8-4B22-A1FA-BF2A6E1A2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3A2DA8-01F6-4667-8E2E-2CAB57C66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801E-1FAC-460C-90AB-757F6C5CC0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871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7AE9551-08FD-4D08-8732-9FCEDF4FB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CE5C91-A74F-488F-8D15-7E1B4D4DC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D08394-8EE0-407D-9274-8A7E42C27D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592746-E273-448D-8084-2683BA77C815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987AE0-051E-4482-A137-E4F3E2CC4A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E545A3-DDA3-4E62-94DB-D34B1746D8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8801E-1FAC-460C-90AB-757F6C5CC0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51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08F915F1-933C-499D-9C30-969E3599F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483" y="695090"/>
            <a:ext cx="9554337" cy="5289804"/>
          </a:xfrm>
          <a:prstGeom prst="rect">
            <a:avLst/>
          </a:prstGeom>
        </p:spPr>
      </p:pic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0D9B0454-88A6-4161-A75D-123920D625AB}"/>
              </a:ext>
            </a:extLst>
          </p:cNvPr>
          <p:cNvSpPr/>
          <p:nvPr/>
        </p:nvSpPr>
        <p:spPr>
          <a:xfrm>
            <a:off x="4982546" y="3662286"/>
            <a:ext cx="867747" cy="349878"/>
          </a:xfrm>
          <a:prstGeom prst="wedgeRoundRectCallout">
            <a:avLst>
              <a:gd name="adj1" fmla="val 59124"/>
              <a:gd name="adj2" fmla="val 45056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dirty="0">
                <a:solidFill>
                  <a:schemeClr val="tx1"/>
                </a:solidFill>
              </a:rPr>
              <a:t>初心、品德</a:t>
            </a:r>
            <a:endParaRPr lang="en-US" altLang="zh-CN" sz="900" dirty="0">
              <a:solidFill>
                <a:schemeClr val="tx1"/>
              </a:solidFill>
            </a:endParaRPr>
          </a:p>
          <a:p>
            <a:r>
              <a:rPr lang="zh-CN" altLang="en-US" sz="900" dirty="0">
                <a:solidFill>
                  <a:schemeClr val="tx1"/>
                </a:solidFill>
              </a:rPr>
              <a:t>立足之本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A00D70B3-5371-4DF9-B6FD-AEB8BC6F1B11}"/>
              </a:ext>
            </a:extLst>
          </p:cNvPr>
          <p:cNvSpPr/>
          <p:nvPr/>
        </p:nvSpPr>
        <p:spPr>
          <a:xfrm>
            <a:off x="5666791" y="3114122"/>
            <a:ext cx="475861" cy="349878"/>
          </a:xfrm>
          <a:prstGeom prst="wedgeRoundRectCallout">
            <a:avLst>
              <a:gd name="adj1" fmla="val 137578"/>
              <a:gd name="adj2" fmla="val 43242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dirty="0">
                <a:solidFill>
                  <a:schemeClr val="tx1"/>
                </a:solidFill>
              </a:rPr>
              <a:t>规律</a:t>
            </a:r>
            <a:endParaRPr lang="en-US" altLang="zh-CN" sz="900" dirty="0">
              <a:solidFill>
                <a:schemeClr val="tx1"/>
              </a:solidFill>
            </a:endParaRPr>
          </a:p>
          <a:p>
            <a:r>
              <a:rPr lang="zh-CN" altLang="en-US" sz="900" dirty="0">
                <a:solidFill>
                  <a:schemeClr val="tx1"/>
                </a:solidFill>
              </a:rPr>
              <a:t>趋势</a:t>
            </a:r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644C750F-CC2C-483A-90C5-5E36F5787C3F}"/>
              </a:ext>
            </a:extLst>
          </p:cNvPr>
          <p:cNvSpPr/>
          <p:nvPr/>
        </p:nvSpPr>
        <p:spPr>
          <a:xfrm>
            <a:off x="5904721" y="2628848"/>
            <a:ext cx="1048139" cy="216989"/>
          </a:xfrm>
          <a:prstGeom prst="wedgeRoundRectCallout">
            <a:avLst>
              <a:gd name="adj1" fmla="val 72137"/>
              <a:gd name="adj2" fmla="val 49266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dirty="0">
                <a:solidFill>
                  <a:schemeClr val="tx1"/>
                </a:solidFill>
              </a:rPr>
              <a:t>心力，内心强大</a:t>
            </a:r>
            <a:endParaRPr lang="en-US" altLang="zh-CN" sz="900" dirty="0">
              <a:solidFill>
                <a:schemeClr val="tx1"/>
              </a:solidFill>
            </a:endParaRPr>
          </a:p>
        </p:txBody>
      </p:sp>
      <p:sp>
        <p:nvSpPr>
          <p:cNvPr id="10" name="对话气泡: 圆角矩形 9">
            <a:extLst>
              <a:ext uri="{FF2B5EF4-FFF2-40B4-BE49-F238E27FC236}">
                <a16:creationId xmlns:a16="http://schemas.microsoft.com/office/drawing/2014/main" id="{3526F9FD-3876-4884-8477-11F41DA361F8}"/>
              </a:ext>
            </a:extLst>
          </p:cNvPr>
          <p:cNvSpPr/>
          <p:nvPr/>
        </p:nvSpPr>
        <p:spPr>
          <a:xfrm>
            <a:off x="6811347" y="1919721"/>
            <a:ext cx="1048139" cy="216989"/>
          </a:xfrm>
          <a:prstGeom prst="wedgeRoundRectCallout">
            <a:avLst>
              <a:gd name="adj1" fmla="val 65356"/>
              <a:gd name="adj2" fmla="val 62256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dirty="0">
                <a:solidFill>
                  <a:schemeClr val="tx1"/>
                </a:solidFill>
              </a:rPr>
              <a:t>空性、明心见性</a:t>
            </a:r>
            <a:endParaRPr lang="en-US" altLang="zh-CN" sz="900" dirty="0">
              <a:solidFill>
                <a:schemeClr val="tx1"/>
              </a:solidFill>
            </a:endParaRPr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0F653717-1228-4228-90D8-AE7E1CB34C3C}"/>
              </a:ext>
            </a:extLst>
          </p:cNvPr>
          <p:cNvSpPr/>
          <p:nvPr/>
        </p:nvSpPr>
        <p:spPr>
          <a:xfrm>
            <a:off x="7859486" y="1322562"/>
            <a:ext cx="696685" cy="349878"/>
          </a:xfrm>
          <a:prstGeom prst="wedgeRoundRectCallout">
            <a:avLst>
              <a:gd name="adj1" fmla="val 100699"/>
              <a:gd name="adj2" fmla="val 61057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dirty="0">
                <a:solidFill>
                  <a:schemeClr val="tx1"/>
                </a:solidFill>
              </a:rPr>
              <a:t>致良知</a:t>
            </a:r>
            <a:endParaRPr lang="en-US" altLang="zh-CN" sz="900" dirty="0">
              <a:solidFill>
                <a:schemeClr val="tx1"/>
              </a:solidFill>
            </a:endParaRPr>
          </a:p>
          <a:p>
            <a:r>
              <a:rPr lang="zh-CN" altLang="en-US" sz="900" dirty="0">
                <a:solidFill>
                  <a:schemeClr val="tx1"/>
                </a:solidFill>
              </a:rPr>
              <a:t>知行合一</a:t>
            </a:r>
            <a:endParaRPr lang="en-US" altLang="zh-CN" sz="900" dirty="0">
              <a:solidFill>
                <a:schemeClr val="tx1"/>
              </a:solidFill>
            </a:endParaRPr>
          </a:p>
        </p:txBody>
      </p:sp>
      <p:sp>
        <p:nvSpPr>
          <p:cNvPr id="12" name="对话气泡: 椭圆形 11">
            <a:extLst>
              <a:ext uri="{FF2B5EF4-FFF2-40B4-BE49-F238E27FC236}">
                <a16:creationId xmlns:a16="http://schemas.microsoft.com/office/drawing/2014/main" id="{A350571C-4213-43B6-B5DE-6F67431D75DE}"/>
              </a:ext>
            </a:extLst>
          </p:cNvPr>
          <p:cNvSpPr/>
          <p:nvPr/>
        </p:nvSpPr>
        <p:spPr>
          <a:xfrm>
            <a:off x="8929396" y="873106"/>
            <a:ext cx="737118" cy="505839"/>
          </a:xfrm>
          <a:prstGeom prst="wedgeEllipseCallout">
            <a:avLst>
              <a:gd name="adj1" fmla="val 23471"/>
              <a:gd name="adj2" fmla="val 8279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“真我”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E8C72012-D4A7-4E3B-9E95-22277A22E53F}"/>
              </a:ext>
            </a:extLst>
          </p:cNvPr>
          <p:cNvSpPr/>
          <p:nvPr/>
        </p:nvSpPr>
        <p:spPr>
          <a:xfrm>
            <a:off x="9482234" y="1847461"/>
            <a:ext cx="464199" cy="289249"/>
          </a:xfrm>
          <a:prstGeom prst="wedgeRoundRectCallout">
            <a:avLst>
              <a:gd name="adj1" fmla="val -107293"/>
              <a:gd name="adj2" fmla="val -41622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</a:rPr>
              <a:t>本能</a:t>
            </a:r>
          </a:p>
        </p:txBody>
      </p:sp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id="{3C62856D-3893-4A02-92B5-0795F6D57CE9}"/>
              </a:ext>
            </a:extLst>
          </p:cNvPr>
          <p:cNvSpPr/>
          <p:nvPr/>
        </p:nvSpPr>
        <p:spPr>
          <a:xfrm>
            <a:off x="8556171" y="2339599"/>
            <a:ext cx="696685" cy="289249"/>
          </a:xfrm>
          <a:prstGeom prst="wedgeRoundRectCallout">
            <a:avLst>
              <a:gd name="adj1" fmla="val -83927"/>
              <a:gd name="adj2" fmla="val -40726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</a:rPr>
              <a:t>不拘形式</a:t>
            </a:r>
            <a:endParaRPr lang="en-US" altLang="zh-CN" sz="900" dirty="0">
              <a:solidFill>
                <a:schemeClr val="tx1"/>
              </a:solidFill>
            </a:endParaRPr>
          </a:p>
          <a:p>
            <a:pPr algn="ctr"/>
            <a:r>
              <a:rPr lang="zh-CN" altLang="en-US" sz="900" dirty="0">
                <a:solidFill>
                  <a:schemeClr val="tx1"/>
                </a:solidFill>
              </a:rPr>
              <a:t>不重戒律</a:t>
            </a:r>
          </a:p>
        </p:txBody>
      </p:sp>
      <p:sp>
        <p:nvSpPr>
          <p:cNvPr id="15" name="对话气泡: 圆角矩形 14">
            <a:extLst>
              <a:ext uri="{FF2B5EF4-FFF2-40B4-BE49-F238E27FC236}">
                <a16:creationId xmlns:a16="http://schemas.microsoft.com/office/drawing/2014/main" id="{4F8DB6F6-A753-443E-A2AC-B4FA5340A26C}"/>
              </a:ext>
            </a:extLst>
          </p:cNvPr>
          <p:cNvSpPr/>
          <p:nvPr/>
        </p:nvSpPr>
        <p:spPr>
          <a:xfrm>
            <a:off x="7790542" y="2966434"/>
            <a:ext cx="765629" cy="403737"/>
          </a:xfrm>
          <a:prstGeom prst="wedgeRoundRectCallout">
            <a:avLst>
              <a:gd name="adj1" fmla="val -83927"/>
              <a:gd name="adj2" fmla="val -40726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</a:rPr>
              <a:t>不再“着相”</a:t>
            </a:r>
            <a:endParaRPr lang="en-US" altLang="zh-CN" sz="900" dirty="0">
              <a:solidFill>
                <a:schemeClr val="tx1"/>
              </a:solidFill>
            </a:endParaRPr>
          </a:p>
          <a:p>
            <a:pPr algn="ctr"/>
            <a:r>
              <a:rPr lang="zh-CN" altLang="en-US" sz="900" dirty="0">
                <a:solidFill>
                  <a:schemeClr val="tx1"/>
                </a:solidFill>
              </a:rPr>
              <a:t>心无挂碍</a:t>
            </a:r>
            <a:endParaRPr lang="en-US" altLang="zh-CN" sz="900" dirty="0">
              <a:solidFill>
                <a:schemeClr val="tx1"/>
              </a:solidFill>
            </a:endParaRPr>
          </a:p>
          <a:p>
            <a:pPr algn="ctr"/>
            <a:r>
              <a:rPr lang="zh-CN" altLang="en-US" sz="900" dirty="0">
                <a:solidFill>
                  <a:schemeClr val="tx1"/>
                </a:solidFill>
              </a:rPr>
              <a:t>放下执念</a:t>
            </a:r>
          </a:p>
        </p:txBody>
      </p:sp>
      <p:sp>
        <p:nvSpPr>
          <p:cNvPr id="16" name="对话气泡: 圆角矩形 15">
            <a:extLst>
              <a:ext uri="{FF2B5EF4-FFF2-40B4-BE49-F238E27FC236}">
                <a16:creationId xmlns:a16="http://schemas.microsoft.com/office/drawing/2014/main" id="{C1570B18-B882-4074-8F2A-F448DD128C96}"/>
              </a:ext>
            </a:extLst>
          </p:cNvPr>
          <p:cNvSpPr/>
          <p:nvPr/>
        </p:nvSpPr>
        <p:spPr>
          <a:xfrm>
            <a:off x="7142842" y="3556984"/>
            <a:ext cx="908958" cy="403737"/>
          </a:xfrm>
          <a:prstGeom prst="wedgeRoundRectCallout">
            <a:avLst>
              <a:gd name="adj1" fmla="val -77290"/>
              <a:gd name="adj2" fmla="val -4859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</a:rPr>
              <a:t>底层逻辑</a:t>
            </a:r>
            <a:endParaRPr lang="en-US" altLang="zh-CN" sz="900" dirty="0">
              <a:solidFill>
                <a:schemeClr val="tx1"/>
              </a:solidFill>
            </a:endParaRPr>
          </a:p>
          <a:p>
            <a:pPr algn="ctr"/>
            <a:r>
              <a:rPr lang="zh-CN" altLang="en-US" sz="900" dirty="0">
                <a:solidFill>
                  <a:schemeClr val="tx1"/>
                </a:solidFill>
              </a:rPr>
              <a:t>以不变应万变</a:t>
            </a:r>
          </a:p>
        </p:txBody>
      </p:sp>
      <p:sp>
        <p:nvSpPr>
          <p:cNvPr id="17" name="对话气泡: 圆角矩形 16">
            <a:extLst>
              <a:ext uri="{FF2B5EF4-FFF2-40B4-BE49-F238E27FC236}">
                <a16:creationId xmlns:a16="http://schemas.microsoft.com/office/drawing/2014/main" id="{B9D04034-3102-4FA5-8143-8840391FE0AE}"/>
              </a:ext>
            </a:extLst>
          </p:cNvPr>
          <p:cNvSpPr/>
          <p:nvPr/>
        </p:nvSpPr>
        <p:spPr>
          <a:xfrm>
            <a:off x="6811347" y="4889181"/>
            <a:ext cx="707119" cy="403737"/>
          </a:xfrm>
          <a:prstGeom prst="wedgeRoundRectCallout">
            <a:avLst>
              <a:gd name="adj1" fmla="val -134223"/>
              <a:gd name="adj2" fmla="val -23308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</a:rPr>
              <a:t>行为习惯</a:t>
            </a:r>
            <a:endParaRPr lang="en-US" altLang="zh-CN" sz="900" dirty="0">
              <a:solidFill>
                <a:schemeClr val="tx1"/>
              </a:solidFill>
            </a:endParaRPr>
          </a:p>
          <a:p>
            <a:pPr algn="ctr"/>
            <a:r>
              <a:rPr lang="zh-CN" altLang="en-US" sz="900" dirty="0">
                <a:solidFill>
                  <a:schemeClr val="tx1"/>
                </a:solidFill>
              </a:rPr>
              <a:t>礼义廉耻</a:t>
            </a:r>
            <a:endParaRPr lang="en-US" altLang="zh-CN" sz="900" dirty="0">
              <a:solidFill>
                <a:schemeClr val="tx1"/>
              </a:solidFill>
            </a:endParaRPr>
          </a:p>
          <a:p>
            <a:pPr algn="ctr"/>
            <a:r>
              <a:rPr lang="zh-CN" altLang="en-US" sz="900" dirty="0">
                <a:solidFill>
                  <a:schemeClr val="tx1"/>
                </a:solidFill>
              </a:rPr>
              <a:t>方法技巧</a:t>
            </a:r>
          </a:p>
        </p:txBody>
      </p:sp>
      <p:sp>
        <p:nvSpPr>
          <p:cNvPr id="20" name="对话气泡: 圆角矩形 19">
            <a:extLst>
              <a:ext uri="{FF2B5EF4-FFF2-40B4-BE49-F238E27FC236}">
                <a16:creationId xmlns:a16="http://schemas.microsoft.com/office/drawing/2014/main" id="{991D5CC2-DA4D-4A53-801B-BC399E7E4298}"/>
              </a:ext>
            </a:extLst>
          </p:cNvPr>
          <p:cNvSpPr/>
          <p:nvPr/>
        </p:nvSpPr>
        <p:spPr>
          <a:xfrm>
            <a:off x="4811484" y="4813111"/>
            <a:ext cx="475861" cy="231329"/>
          </a:xfrm>
          <a:prstGeom prst="wedgeRoundRectCallout">
            <a:avLst>
              <a:gd name="adj1" fmla="val -110625"/>
              <a:gd name="adj2" fmla="val -30807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900" dirty="0">
                <a:solidFill>
                  <a:schemeClr val="tx1"/>
                </a:solidFill>
              </a:rPr>
              <a:t>反省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A64142D-09BF-4C7C-B31D-3C750EDBE295}"/>
              </a:ext>
            </a:extLst>
          </p:cNvPr>
          <p:cNvSpPr txBox="1"/>
          <p:nvPr/>
        </p:nvSpPr>
        <p:spPr>
          <a:xfrm>
            <a:off x="4618225" y="5530039"/>
            <a:ext cx="246413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Microsoft YaHei Mono" panose="020B0509020204020204" pitchFamily="49" charset="-122"/>
                <a:ea typeface="Microsoft YaHei Mono" panose="020B0509020204020204" pitchFamily="49" charset="-122"/>
              </a:rPr>
              <a:t>人生认知成长曲线趋</a:t>
            </a:r>
          </a:p>
        </p:txBody>
      </p:sp>
    </p:spTree>
    <p:extLst>
      <p:ext uri="{BB962C8B-B14F-4D97-AF65-F5344CB8AC3E}">
        <p14:creationId xmlns:p14="http://schemas.microsoft.com/office/powerpoint/2010/main" val="1617877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6828695-72F2-4355-B6B9-E4CE4398F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870" y="468167"/>
            <a:ext cx="8930259" cy="5289804"/>
          </a:xfrm>
          <a:prstGeom prst="rect">
            <a:avLst/>
          </a:prstGeom>
        </p:spPr>
      </p:pic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33B6A263-8C08-429C-B06C-AD48FEB298A3}"/>
              </a:ext>
            </a:extLst>
          </p:cNvPr>
          <p:cNvSpPr/>
          <p:nvPr/>
        </p:nvSpPr>
        <p:spPr>
          <a:xfrm>
            <a:off x="3463635" y="919920"/>
            <a:ext cx="1228437" cy="360218"/>
          </a:xfrm>
          <a:prstGeom prst="wedgeRoundRectCallout">
            <a:avLst>
              <a:gd name="adj1" fmla="val -37716"/>
              <a:gd name="adj2" fmla="val 139423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  <a:latin typeface="Microsoft YaHei Mono" panose="020B0509020204020204" pitchFamily="49" charset="-122"/>
                <a:ea typeface="Microsoft YaHei Mono" panose="020B0509020204020204" pitchFamily="49" charset="-122"/>
              </a:rPr>
              <a:t>愚昧</a:t>
            </a:r>
            <a:r>
              <a:rPr lang="zh-CN" altLang="en-US" dirty="0">
                <a:solidFill>
                  <a:sysClr val="windowText" lastClr="000000"/>
                </a:solidFill>
              </a:rPr>
              <a:t>之巅</a:t>
            </a:r>
          </a:p>
        </p:txBody>
      </p:sp>
      <p:sp>
        <p:nvSpPr>
          <p:cNvPr id="25" name="对话气泡: 圆角矩形 24">
            <a:extLst>
              <a:ext uri="{FF2B5EF4-FFF2-40B4-BE49-F238E27FC236}">
                <a16:creationId xmlns:a16="http://schemas.microsoft.com/office/drawing/2014/main" id="{2C91F339-FF34-4FDF-890A-20B3A0FB8E4B}"/>
              </a:ext>
            </a:extLst>
          </p:cNvPr>
          <p:cNvSpPr/>
          <p:nvPr/>
        </p:nvSpPr>
        <p:spPr>
          <a:xfrm>
            <a:off x="5153890" y="4651411"/>
            <a:ext cx="1228437" cy="360218"/>
          </a:xfrm>
          <a:prstGeom prst="wedgeRoundRectCallout">
            <a:avLst>
              <a:gd name="adj1" fmla="val -76062"/>
              <a:gd name="adj2" fmla="val -55449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  <a:latin typeface="Microsoft YaHei Mono" panose="020B0509020204020204" pitchFamily="49" charset="-122"/>
                <a:ea typeface="Microsoft YaHei Mono" panose="020B0509020204020204" pitchFamily="49" charset="-122"/>
              </a:rPr>
              <a:t>绝望之谷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6" name="对话气泡: 椭圆形 25">
            <a:extLst>
              <a:ext uri="{FF2B5EF4-FFF2-40B4-BE49-F238E27FC236}">
                <a16:creationId xmlns:a16="http://schemas.microsoft.com/office/drawing/2014/main" id="{3CDB5793-F586-47CE-9D54-AEBDBBE59256}"/>
              </a:ext>
            </a:extLst>
          </p:cNvPr>
          <p:cNvSpPr/>
          <p:nvPr/>
        </p:nvSpPr>
        <p:spPr>
          <a:xfrm>
            <a:off x="5153890" y="3265324"/>
            <a:ext cx="942110" cy="505839"/>
          </a:xfrm>
          <a:prstGeom prst="wedgeEllipseCallout">
            <a:avLst>
              <a:gd name="adj1" fmla="val 73818"/>
              <a:gd name="adj2" fmla="val 4992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廉耻关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对话气泡: 椭圆形 26">
            <a:extLst>
              <a:ext uri="{FF2B5EF4-FFF2-40B4-BE49-F238E27FC236}">
                <a16:creationId xmlns:a16="http://schemas.microsoft.com/office/drawing/2014/main" id="{EDA68619-974D-42BD-94BB-D6BB3F8A9A61}"/>
              </a:ext>
            </a:extLst>
          </p:cNvPr>
          <p:cNvSpPr/>
          <p:nvPr/>
        </p:nvSpPr>
        <p:spPr>
          <a:xfrm>
            <a:off x="5911272" y="2692670"/>
            <a:ext cx="942110" cy="505839"/>
          </a:xfrm>
          <a:prstGeom prst="wedgeEllipseCallout">
            <a:avLst>
              <a:gd name="adj1" fmla="val 73818"/>
              <a:gd name="adj2" fmla="val 4992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情欲关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对话气泡: 椭圆形 27">
            <a:extLst>
              <a:ext uri="{FF2B5EF4-FFF2-40B4-BE49-F238E27FC236}">
                <a16:creationId xmlns:a16="http://schemas.microsoft.com/office/drawing/2014/main" id="{274892F4-DA2C-4C77-A2DC-D762F9A0C429}"/>
              </a:ext>
            </a:extLst>
          </p:cNvPr>
          <p:cNvSpPr/>
          <p:nvPr/>
        </p:nvSpPr>
        <p:spPr>
          <a:xfrm>
            <a:off x="6539345" y="2018416"/>
            <a:ext cx="942110" cy="505839"/>
          </a:xfrm>
          <a:prstGeom prst="wedgeEllipseCallout">
            <a:avLst>
              <a:gd name="adj1" fmla="val 73818"/>
              <a:gd name="adj2" fmla="val 4992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名利关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对话气泡: 椭圆形 28">
            <a:extLst>
              <a:ext uri="{FF2B5EF4-FFF2-40B4-BE49-F238E27FC236}">
                <a16:creationId xmlns:a16="http://schemas.microsoft.com/office/drawing/2014/main" id="{A544D757-1C4A-4513-A508-9DD904DA4242}"/>
              </a:ext>
            </a:extLst>
          </p:cNvPr>
          <p:cNvSpPr/>
          <p:nvPr/>
        </p:nvSpPr>
        <p:spPr>
          <a:xfrm>
            <a:off x="7998691" y="1100029"/>
            <a:ext cx="942110" cy="505839"/>
          </a:xfrm>
          <a:prstGeom prst="wedgeEllipseCallout">
            <a:avLst>
              <a:gd name="adj1" fmla="val 73818"/>
              <a:gd name="adj2" fmla="val 4992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/>
                </a:solidFill>
              </a:rPr>
              <a:t>生死关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id="{1F39557F-B13D-4967-8870-228ECE393673}"/>
              </a:ext>
            </a:extLst>
          </p:cNvPr>
          <p:cNvSpPr/>
          <p:nvPr/>
        </p:nvSpPr>
        <p:spPr>
          <a:xfrm>
            <a:off x="6742545" y="1272074"/>
            <a:ext cx="725055" cy="360218"/>
          </a:xfrm>
          <a:prstGeom prst="wedgeRoundRectCallout">
            <a:avLst>
              <a:gd name="adj1" fmla="val 188489"/>
              <a:gd name="adj2" fmla="val 131730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ysClr val="windowText" lastClr="000000"/>
                </a:solidFill>
                <a:latin typeface="Microsoft YaHei Mono" panose="020B0509020204020204" pitchFamily="49" charset="-122"/>
                <a:ea typeface="Microsoft YaHei Mono" panose="020B0509020204020204" pitchFamily="49" charset="-122"/>
              </a:rPr>
              <a:t>成熟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0203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68</Words>
  <Application>Microsoft Office PowerPoint</Application>
  <PresentationFormat>宽屏</PresentationFormat>
  <Paragraphs>29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Microsoft YaHei Mono</vt:lpstr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HUAWEI</dc:creator>
  <cp:lastModifiedBy>HUAWEI</cp:lastModifiedBy>
  <cp:revision>3</cp:revision>
  <dcterms:created xsi:type="dcterms:W3CDTF">2025-11-20T02:11:31Z</dcterms:created>
  <dcterms:modified xsi:type="dcterms:W3CDTF">2025-11-20T04:18:21Z</dcterms:modified>
</cp:coreProperties>
</file>